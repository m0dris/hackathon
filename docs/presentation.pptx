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24e5e3b8047bf" /><Relationship Type="http://schemas.openxmlformats.org/officeDocument/2006/relationships/extended-properties" Target="/docProps/app.xml" Id="R24f6a85d6d3b4609" /><Relationship Type="http://schemas.openxmlformats.org/officeDocument/2006/relationships/officeDocument" Target="/ppt/presentation.xml" Id="R21abef647b74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b748f79264c01"/>
  </p:sldMasterIdLst>
  <p:notesMasterIdLst>
    <p:notesMasterId xmlns:r="http://schemas.openxmlformats.org/officeDocument/2006/relationships" r:id="R9ce66158e91242e6"/>
  </p:notesMasterIdLst>
  <p:sldIdLst>
    <p:sldId xmlns:r="http://schemas.openxmlformats.org/officeDocument/2006/relationships" id="256" r:id="R9499ce1034154206"/>
    <p:sldId xmlns:r="http://schemas.openxmlformats.org/officeDocument/2006/relationships" id="257" r:id="R3dfb16768142474e"/>
    <p:sldId xmlns:r="http://schemas.openxmlformats.org/officeDocument/2006/relationships" id="258" r:id="R4f890faedec64da5"/>
    <p:sldId xmlns:r="http://schemas.openxmlformats.org/officeDocument/2006/relationships" id="259" r:id="R17e0914312244df5"/>
    <p:sldId xmlns:r="http://schemas.openxmlformats.org/officeDocument/2006/relationships" id="260" r:id="Raef49abab98843ef"/>
    <p:sldId xmlns:r="http://schemas.openxmlformats.org/officeDocument/2006/relationships" id="261" r:id="Rf24111efb5e54e16"/>
    <p:sldId xmlns:r="http://schemas.openxmlformats.org/officeDocument/2006/relationships" id="262" r:id="R3a7e5299b98545f8"/>
    <p:sldId xmlns:r="http://schemas.openxmlformats.org/officeDocument/2006/relationships" id="263" r:id="R78bb3c3b35b241cc"/>
    <p:sldId xmlns:r="http://schemas.openxmlformats.org/officeDocument/2006/relationships" id="264" r:id="Rce652dbee05b4b7b"/>
    <p:sldId xmlns:r="http://schemas.openxmlformats.org/officeDocument/2006/relationships" id="265" r:id="R173a76a76d9341ef"/>
    <p:sldId xmlns:r="http://schemas.openxmlformats.org/officeDocument/2006/relationships" id="266" r:id="Rb3f214b262294644"/>
    <p:sldId xmlns:r="http://schemas.openxmlformats.org/officeDocument/2006/relationships" id="267" r:id="R874d01a531254c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7a0aa6d9cb419f" /><Relationship Type="http://schemas.openxmlformats.org/officeDocument/2006/relationships/slideMaster" Target="/ppt/slideMasters/slideMaster1.xml" Id="Rd54b748f79264c01" /><Relationship Type="http://schemas.openxmlformats.org/officeDocument/2006/relationships/notesMaster" Target="/ppt/notesMasters/notesMaster1.xml" Id="R9ce66158e91242e6" /><Relationship Type="http://schemas.openxmlformats.org/officeDocument/2006/relationships/presProps" Target="/ppt/presProps.xml" Id="R6d879914aad24015" /><Relationship Type="http://schemas.openxmlformats.org/officeDocument/2006/relationships/tableStyles" Target="/ppt/tableStyles.xml" Id="R203a7da5abd94ee8" /><Relationship Type="http://schemas.openxmlformats.org/officeDocument/2006/relationships/slide" Target="/ppt/slides/slide1.xml" Id="R9499ce1034154206" /><Relationship Type="http://schemas.openxmlformats.org/officeDocument/2006/relationships/slide" Target="/ppt/slides/slide2.xml" Id="R3dfb16768142474e" /><Relationship Type="http://schemas.openxmlformats.org/officeDocument/2006/relationships/slide" Target="/ppt/slides/slide3.xml" Id="R4f890faedec64da5" /><Relationship Type="http://schemas.openxmlformats.org/officeDocument/2006/relationships/slide" Target="/ppt/slides/slide4.xml" Id="R17e0914312244df5" /><Relationship Type="http://schemas.openxmlformats.org/officeDocument/2006/relationships/slide" Target="/ppt/slides/slide5.xml" Id="Raef49abab98843ef" /><Relationship Type="http://schemas.openxmlformats.org/officeDocument/2006/relationships/slide" Target="/ppt/slides/slide6.xml" Id="Rf24111efb5e54e16" /><Relationship Type="http://schemas.openxmlformats.org/officeDocument/2006/relationships/slide" Target="/ppt/slides/slide7.xml" Id="R3a7e5299b98545f8" /><Relationship Type="http://schemas.openxmlformats.org/officeDocument/2006/relationships/slide" Target="/ppt/slides/slide8.xml" Id="R78bb3c3b35b241cc" /><Relationship Type="http://schemas.openxmlformats.org/officeDocument/2006/relationships/slide" Target="/ppt/slides/slide9.xml" Id="Rce652dbee05b4b7b" /><Relationship Type="http://schemas.openxmlformats.org/officeDocument/2006/relationships/slide" Target="/ppt/slides/slide10.xml" Id="R173a76a76d9341ef" /><Relationship Type="http://schemas.openxmlformats.org/officeDocument/2006/relationships/slide" Target="/ppt/slides/slide11.xml" Id="Rb3f214b262294644" /><Relationship Type="http://schemas.openxmlformats.org/officeDocument/2006/relationships/slide" Target="/ppt/slides/slide12.xml" Id="R874d01a53125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4ea9b894c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2af5121395405e" /><Relationship Type="http://schemas.openxmlformats.org/officeDocument/2006/relationships/notesMaster" Target="/ppt/notesMasters/notesMaster1.xml" Id="Rdf768425cf9f4b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987e825b334837" /><Relationship Type="http://schemas.openxmlformats.org/officeDocument/2006/relationships/notesMaster" Target="/ppt/notesMasters/notesMaster1.xml" Id="Rdcacebd972da4d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8e90fea8cc41c2" /><Relationship Type="http://schemas.openxmlformats.org/officeDocument/2006/relationships/notesMaster" Target="/ppt/notesMasters/notesMaster1.xml" Id="Re72fa80cccc041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78fff88b224b0c" /><Relationship Type="http://schemas.openxmlformats.org/officeDocument/2006/relationships/notesMaster" Target="/ppt/notesMasters/notesMaster1.xml" Id="R4da3374d2892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d2f2bf17284944" /><Relationship Type="http://schemas.openxmlformats.org/officeDocument/2006/relationships/notesMaster" Target="/ppt/notesMasters/notesMaster1.xml" Id="Rf337aba541aa47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9db86cfaf54e64" /><Relationship Type="http://schemas.openxmlformats.org/officeDocument/2006/relationships/notesMaster" Target="/ppt/notesMasters/notesMaster1.xml" Id="R538855bfaad34e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de444e7b1456d" /><Relationship Type="http://schemas.openxmlformats.org/officeDocument/2006/relationships/notesMaster" Target="/ppt/notesMasters/notesMaster1.xml" Id="Rd4398cd4e8674a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bd18702ff40d1" /><Relationship Type="http://schemas.openxmlformats.org/officeDocument/2006/relationships/notesMaster" Target="/ppt/notesMasters/notesMaster1.xml" Id="R21dbdfb7e69143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0cd1f53a734e97" /><Relationship Type="http://schemas.openxmlformats.org/officeDocument/2006/relationships/notesMaster" Target="/ppt/notesMasters/notesMaster1.xml" Id="R07356ae3a8ea42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4b586ae64b4f66" /><Relationship Type="http://schemas.openxmlformats.org/officeDocument/2006/relationships/notesMaster" Target="/ppt/notesMasters/notesMaster1.xml" Id="R3d2582fc89cb48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d960e8c05d412c" /><Relationship Type="http://schemas.openxmlformats.org/officeDocument/2006/relationships/notesMaster" Target="/ppt/notesMasters/notesMaster1.xml" Id="R48c8763bf88f47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8bf31bf53645db" /><Relationship Type="http://schemas.openxmlformats.org/officeDocument/2006/relationships/notesMaster" Target="/ppt/notesMasters/notesMaster1.xml" Id="R539272bc86fc4e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Публичная версия служебного слайда. Рабочие секреты в публичном репозитории запрещены. Перед сдачей нужны подключённый бот, HTTPS-сервер, окончательный commit hash и закрытая копия с доступами. Исходная версия ревью: bc19493cc84bd429c96360e7ac298e11b9b56742.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Рабочее название проекта. Резюме: житель создаёт структурированное обращение, УК работает с очередью, житель повторно запрашивает статус. Код существует, живой сценарий MAX пока не проверен.</a:t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и роли сообщил Олег. Все участники занимаются backend, Дмитрий также frontend. Репозиторий содержит интерфейс чат-бота, отдельного мини-приложения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Приоритетный сегмент: житель МКД с неэкстренной проблемой содержания общего имущества. Вторая роль: сотрудник УК. Проблема и преимущества являются аргументированной гипотезой, не результатом интервью. Кейс описывает обращения жителей как одно из направлений трека.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основан на golang-service/internal/features/users, flats и requests. При одном объекте бот не задаёт лишний выбор квартиры. Житель вводит категорию, заголовок 3–255 символов и описание 3–2000 символов. При отсутствии квартиры бот предлагает добавить её.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transport requests handleFilter/handleAdvance, доменная модель ServiceRequest и UkGrpcServiceImpl. УК видит категорию, заголовок, описание, адрес и контакты. Статусы NEW, IN_PROGRESS, DONE. Уведомлений жителю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Состав: Go 1.26.5, Java 21 / Spring Boot 3.4.1, PostgreSQL 17. MAX присылает webhook с секретом. Go вызывает Java по внутреннему gRPC. Java хранит данные через JPA, Flyway применяет миграции. Healthz подтверждает лишь доступность HTTP-процесса.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Никаких реальных интеграций с ГИС ЖКХ, ФИАС или Госуслугами в коде нет. MAX SDK подключён, но токен и HTTPS-сервер пока отсутствуют. Синтетические тестовые значения: fixtures/demo.json. Право на квартиру и полномочия УК не проверяются.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Предложенный пилот, не подтверждённая договорённость: один МКД, одна УК в Санкт-Петербурге, две недели наблюдения. Неэкстренный сценарий уборки подъезда. Метрики и базовые значения ещё не измерены. Для времени принятия и завершения нужна история переходов или ручной учёт, одного updated_at недостаточно.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соответствует модели данных, в которой дома связаны с пользователем роли COMPANY. Сохранение ядра не означает отсутствие работы. Перед другой УК нужны подтверждение полномочий и изоляция, перед новым городом справочники и процессы. Партнёров и фактического пилота ещё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Известные ограничения отражены в README и docs/submission-checklist.md. В публичном пилоте самостоятельный выбор роли УК недопустим без подтверждения. Требуются защита от повторных webhook, аудит и проверка данных. Основной сценарий MAX ещё не пройден. Нет подтверждённых продуктовых результатов.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источники — supplied PDF и текущий код. Новые юридические или статистические утверждения не используются. Документация MAX дана для справки о внешней интеграции. Нет сторонних иллюстраций или вымышленных скриншотов.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«Умный город», стр. 6–13, 18–20. Репозиторий https://github.com/m0dris/hackathon.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86fda0a8a43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102a334b2a40ba" /><Relationship Type="http://schemas.openxmlformats.org/officeDocument/2006/relationships/slideLayout" Target="/ppt/slideLayouts/slideLayout1.xml" Id="R1ade1a40f5f740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de1a40f5f7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0f0d063654e37" /><Relationship Type="http://schemas.openxmlformats.org/officeDocument/2006/relationships/notesSlide" Target="/ppt/notesSlides/notesSlide1.xml" Id="R54935913b58549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836a0c4814192" /><Relationship Type="http://schemas.openxmlformats.org/officeDocument/2006/relationships/notesSlide" Target="/ppt/notesSlides/notesSlide2.xml" Id="Ra2d21299fb0d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9da4f3a6741f8" /><Relationship Type="http://schemas.openxmlformats.org/officeDocument/2006/relationships/notesSlide" Target="/ppt/notesSlides/notesSlide3.xml" Id="R8ea33428f88c4d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93f3ad4c14e7a" /><Relationship Type="http://schemas.openxmlformats.org/officeDocument/2006/relationships/notesSlide" Target="/ppt/notesSlides/notesSlide4.xml" Id="Ra2e1ae139d08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51753386c4d18" /><Relationship Type="http://schemas.openxmlformats.org/officeDocument/2006/relationships/notesSlide" Target="/ppt/notesSlides/notesSlide5.xml" Id="R713bf6801f1147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9ca6f69584d2d" /><Relationship Type="http://schemas.openxmlformats.org/officeDocument/2006/relationships/notesSlide" Target="/ppt/notesSlides/notesSlide6.xml" Id="Rcdcf68e795f7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86be0e6544e86" /><Relationship Type="http://schemas.openxmlformats.org/officeDocument/2006/relationships/notesSlide" Target="/ppt/notesSlides/notesSlide7.xml" Id="Rb6e778379c82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80b9e94964f06" /><Relationship Type="http://schemas.openxmlformats.org/officeDocument/2006/relationships/notesSlide" Target="/ppt/notesSlides/notesSlide8.xml" Id="R348b0954ba2241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72122ada64941" /><Relationship Type="http://schemas.openxmlformats.org/officeDocument/2006/relationships/notesSlide" Target="/ppt/notesSlides/notesSlide9.xml" Id="R83214c18e3834e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5e1f6ca834108" /><Relationship Type="http://schemas.openxmlformats.org/officeDocument/2006/relationships/notesSlide" Target="/ppt/notesSlides/notesSlide10.xml" Id="Ra2ad65257ef642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20ac296ac4796" /><Relationship Type="http://schemas.openxmlformats.org/officeDocument/2006/relationships/notesSlide" Target="/ppt/notesSlides/notesSlide11.xml" Id="Rbb5e5ad389b14c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4be153fa645b7" /><Relationship Type="http://schemas.openxmlformats.org/officeDocument/2006/relationships/notesSlide" Target="/ppt/notesSlides/notesSlide12.xml" Id="Rffad3041a2394c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0">
            <a:extLst xmlns:a="http://schemas.openxmlformats.org/drawingml/2006/main">
              <a:ext uri="{FF2B5EF4-FFF2-40B4-BE49-F238E27FC236}">
                <a16:creationId xmlns:a16="http://schemas.microsoft.com/office/drawing/2014/main" id="{F2E2EBE4-C10F-40B3-81FE-5D5255F2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Техническая проверка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10896600" cy="4343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8467725"/>
              </a:tblGrid>
              <a:tr h="62048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Материал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Доступ и порядок проверки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Бот ещё не подключён. Ссылка отсутствует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Репозиторий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https://github.com/m0dris/hackathon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Версия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Исходный commit: bc19493cc84b</a:t>
                      </a:r>
                    </a:p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Финальный hash фиксируем после загрузки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Сервер и запуск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Публичного HTTPS-адреса пока нет</a:t>
                      </a:r>
                    </a:p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docker compose up -d --build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Доступы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Два тестовых аккаунта MAX. Логинов внутри бота нет</a:t>
                      </a:r>
                    </a:p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MAX_BOT_TOKEN, MAX_BOT_SECRET, пароль БД: закрыто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Сценарий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УК добавляет дом. Житель создаёт заявку</a:t>
                      </a:r>
                    </a:p>
                    <a:p>
                      <a:r>
                        <a:rPr sz="17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УК меняет статус. Житель проверяет результат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409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33D4F7B-A4AD-4CFD-A67E-9453BEE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638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D6F345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D6F345"/>
                </a:solidFill>
                <a:latin typeface="DejaVu Sans"/>
                <a:ea typeface="DejaVu Sans"/>
                <a:cs typeface="DejaVu Sans"/>
              </a:rPr>
              <a:t>Заявки</a:t>
            </a:r>
          </a:p>
          <a:p xmlns:a="http://schemas.openxmlformats.org/drawingml/2006/main">
            <a:pPr>
              <a:defRPr sz="9900" b="1">
                <a:solidFill>
                  <a:srgbClr val="D6F345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D6F345"/>
                </a:solidFill>
                <a:latin typeface="DejaVu Sans"/>
                <a:ea typeface="DejaVu Sans"/>
                <a:cs typeface="DejaVu Sans"/>
              </a:rPr>
              <a:t>в УК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34F867-97F9-4F1D-BF58-5FE6C3B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47875"/>
            <a:ext cx="44100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5F5E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5F5EF"/>
                </a:solidFill>
                <a:latin typeface="DejaVu Sans"/>
                <a:ea typeface="DejaVu Sans"/>
                <a:cs typeface="DejaVu Sans"/>
              </a:rPr>
              <a:t>Обращения жителей</a:t>
            </a:r>
          </a:p>
          <a:p xmlns:a="http://schemas.openxmlformats.org/drawingml/2006/main">
            <a:pPr>
              <a:defRPr sz="2850" b="0">
                <a:solidFill>
                  <a:srgbClr val="F5F5E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5F5EF"/>
                </a:solidFill>
                <a:latin typeface="DejaVu Sans"/>
                <a:ea typeface="DejaVu Sans"/>
                <a:cs typeface="DejaVu Sans"/>
              </a:rPr>
              <a:t>и очередь управляющей</a:t>
            </a:r>
          </a:p>
          <a:p xmlns:a="http://schemas.openxmlformats.org/drawingml/2006/main">
            <a:pPr>
              <a:defRPr sz="2850" b="0">
                <a:solidFill>
                  <a:srgbClr val="F5F5E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5F5EF"/>
                </a:solidFill>
                <a:latin typeface="DejaVu Sans"/>
                <a:ea typeface="DejaVu Sans"/>
                <a:cs typeface="DejaVu Sans"/>
              </a:rPr>
              <a:t>компании в MAX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F85B98-43DB-4D33-AE53-830B2603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5E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5F5EF"/>
                </a:solidFill>
                <a:latin typeface="DejaVu Sans"/>
                <a:ea typeface="DejaVu Sans"/>
                <a:cs typeface="DejaVu Sans"/>
              </a:rPr>
              <a:t>MVP для трека «Умный город»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D6328E-78EC-4938-86AE-67BF351B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9B6A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6AD"/>
                </a:solidFill>
                <a:latin typeface="DejaVu Sans"/>
                <a:ea typeface="DejaVu Sans"/>
                <a:cs typeface="DejaVu Sans"/>
              </a:rPr>
              <a:t>Код сценария реализован. Подключение MAX впереди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C7B487D-D5DA-4A17-B7AE-975D3A2F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6A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9B6A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8401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6BB539F-ED44-40D8-9BD1-20C0B156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Команда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43469C-CBD4-48D2-A764-60175609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657350"/>
          <a:ext xmlns:a="http://schemas.openxmlformats.org/drawingml/2006/main" cx="1089660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248400"/>
                <a:gridCol w="4648200"/>
              </a:tblGrid>
              <a:tr h="69532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Участник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Роль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Артём Баранов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Олег Эмрих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Дмитрий Бердников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Backend, frontend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Михаил Мицкевич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AA7C41E-E700-42B2-822D-8DC56F87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Интерфейс MVP: сообщения и кнопки чат-бота</a:t>
            </a:r>
          </a:p>
        </p:txBody>
      </p:sp>
    </p:spTree>
    <p:extLst>
      <p:ext uri="{BB962C8B-B14F-4D97-AF65-F5344CB8AC3E}">
        <p14:creationId xmlns:p14="http://schemas.microsoft.com/office/powerpoint/2010/main" val="2079052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6BDF10C-F6A3-490B-8478-B850809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Житель и сотрудник УК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E0A55B8-7A15-486A-8E7E-B9C71861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AD1ED6-BA85-4BA6-BB7A-D181B1B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47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Житель сообщает о проблеме</a:t>
            </a:r>
          </a:p>
          <a:p xmlns:a="http://schemas.openxmlformats.org/drawingml/2006/main">
            <a:pPr>
              <a:defRPr sz="30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и хочет знать, что с обращением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5723CC-1E87-4285-AB99-65AC5CBE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В свободной переписке приходится отдельно уточнять адрес,</a:t>
            </a:r>
          </a:p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категорию проблемы и состояние заявки.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48E2F5F-408E-4C13-B61A-5E64F6A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Сотруднику УК нужна очередь обращений по своим домам</a:t>
            </a:r>
          </a:p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с понятным следующим действием.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0D0F87-1482-420A-8A51-A2FB7156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Гипотезу проверим в пилоте. Интервью пока не проводили</a:t>
            </a:r>
          </a:p>
        </p:txBody>
      </p:sp>
    </p:spTree>
    <p:extLst>
      <p:ext uri="{BB962C8B-B14F-4D97-AF65-F5344CB8AC3E}">
        <p14:creationId xmlns:p14="http://schemas.microsoft.com/office/powerpoint/2010/main" val="1910587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A311DA1-7362-4A6C-A317-A273D53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Создание заявки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4FBE54A-BB4B-44ED-BE66-2CA283B5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9D49CF-9E3A-46C0-9403-3A0169A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0225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1696D6-713A-404F-919D-01F1ED7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Регистрация и квартира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FF399-2F92-4631-93AF-31194382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857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Имя, фамилия, телефон. Адрес дома и номер квартиры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FC4A17B-E9F8-408B-90BD-FF3DC87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98802C4-8336-482F-A340-9733EAD3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Категория и описание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AD10292-7BF4-4A9E-9222-89BDBF77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857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Выбор проблемы, короткий заголовок, подробности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40EE70-13E1-41C8-9C21-AC999177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17448DA-68AA-44F7-9E88-7026212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482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Номер и статус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4FAD8C6-545E-4DA0-BE4B-9F80EF54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857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Бот подтверждает создание. Заявка остаётся в списке</a:t>
            </a:r>
          </a:p>
        </p:txBody>
      </p:sp>
    </p:spTree>
    <p:extLst>
      <p:ext uri="{BB962C8B-B14F-4D97-AF65-F5344CB8AC3E}">
        <p14:creationId xmlns:p14="http://schemas.microsoft.com/office/powerpoint/2010/main" val="110110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DE91E8B-2889-418F-A370-D474B75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Обработка в УК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397724A-A6E2-4325-8548-1EA7A51E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7A7735-6C1D-46BB-801D-49F2249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Новая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ECE0B6-C7BA-41E4-99E1-9ED4B4AC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УК видит адрес, описание и контакт заявителя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FCF5C8F-81F5-4761-8A5C-8E7E089E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В работе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22A947-0989-4647-AA25-A679283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Сотрудник принимает заявку кнопкой «Взять в работу»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70662A5-43ED-4C7C-A27E-820FFEFD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Выполнена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23D356-C17B-4ED5-BB07-67A168A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Житель повторно открывает список и проверяет статус</a:t>
            </a:r>
          </a:p>
        </p:txBody>
      </p:sp>
    </p:spTree>
    <p:extLst>
      <p:ext uri="{BB962C8B-B14F-4D97-AF65-F5344CB8AC3E}">
        <p14:creationId xmlns:p14="http://schemas.microsoft.com/office/powerpoint/2010/main" val="2051697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87BB28C-B887-46B1-9785-A4267F0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Архитектура MVP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800ADD-1A7F-49CE-B928-18DE5AB3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704975"/>
          <a:ext xmlns:a="http://schemas.openxmlformats.org/drawingml/2006/main" cx="108966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38450"/>
                <a:gridCol w="5019675"/>
                <a:gridCol w="3038475"/>
              </a:tblGrid>
              <a:tr h="7391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Компонент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Ответственность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Обмен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Сообщения и кнопки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HTTPS webhook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Диалог, роли, валидация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Внутренний gRPC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Java / Spring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Операции с данными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JPA и Flyway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PostgreSQL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Профили, дома, заявки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Постоянное хранение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6496433-A825-451F-BEDC-81A6483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Docker Compose запускает три локальных компонента</a:t>
            </a:r>
          </a:p>
        </p:txBody>
      </p:sp>
    </p:spTree>
    <p:extLst>
      <p:ext uri="{BB962C8B-B14F-4D97-AF65-F5344CB8AC3E}">
        <p14:creationId xmlns:p14="http://schemas.microsoft.com/office/powerpoint/2010/main" val="784475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86CD015-69EB-4A52-92B6-C41F49DB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Данные и интеграции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9BB7AE-245F-4C56-913F-14DC0717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84DF72-6CAD-4202-A9C2-4742E8E3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Данные вводят участники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28B9FF-F8BC-4787-B981-94B2ED58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УК добавляет дом. Житель указывает квартиру,</a:t>
            </a:r>
          </a:p>
          <a:p xmlns:a="http://schemas.openxmlformats.org/drawingml/2006/main">
            <a:pPr>
              <a:defRPr sz="240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контакт и описание проблемы.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ED4CD63-993D-4238-B994-CB7FAEA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Демонстрационные данные синтетические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4A47F4B-C387-4F8C-8DC4-E58B7C70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10572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ГИС ЖКХ, ФИАС и диспетчерские системы не подключены.</a:t>
            </a:r>
          </a:p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Работа интеграции с MAX ещё не подтверждена.</a:t>
            </a:r>
          </a:p>
        </p:txBody>
      </p:sp>
    </p:spTree>
    <p:extLst>
      <p:ext uri="{BB962C8B-B14F-4D97-AF65-F5344CB8AC3E}">
        <p14:creationId xmlns:p14="http://schemas.microsoft.com/office/powerpoint/2010/main" val="3676335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E8F66D8-0957-423D-B908-5B040E0A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План пилота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68AB84-0368-4A85-B096-F03E5F3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CDA2B9-8EC6-4FD1-B74B-BDD028A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Один дом и одна УК в Санкт-Петербурге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11E4C9A-00B5-44F1-BE0A-11D68D02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Две недели наблюдения после проверки интеграции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2933700"/>
          <a:ext xmlns:a="http://schemas.openxmlformats.org/drawingml/2006/main" cx="108966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467350"/>
              </a:tblGrid>
              <a:tr h="5429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измеряем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5F5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Как проверяем</a:t>
                      </a:r>
                    </a:p>
                  </a:txBody>
                  <a:tcPr marL="152400" marR="152400" marT="114300" marB="114300">
                    <a:solidFill>
                      <a:srgbClr val="17201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Завершение создания заявки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Начатые диалоги и созданные заявки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Время до принятия УК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Ручной журнал смены статусов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Уточняющие сообщения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Сравнение с исходным процессом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статуса без звонка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Короткий опрос участников</a:t>
                      </a:r>
                    </a:p>
                  </a:txBody>
                  <a:tcPr marL="152400" marR="152400" marT="114300" marB="114300"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5B84530-02F9-4813-B9FA-0BDBC7F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Целевые значения согласуем после замера исходного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857223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1DB52198-D94B-4DDF-8B11-C7F02D4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Масштабирование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37CE8B-BCBD-42C8-AB1F-A496EB1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644370-E18C-4FA9-BCDB-B33673F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01  Один дом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74F4B6-4CB2-41FA-A057-022F7A55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Проверка сценария и доступа к данным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E50D6A9-E8E2-46F4-8974-F0B5CD1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02  Дома той же УК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CDE7C3B-6580-426A-86BB-7BB6EFB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Пагинация, уведомления и проверка нагрузки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B9064B7-EE9C-4550-81F7-FC708454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03  Другая УК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99DCCC8-8FFB-47BF-A9B4-B670F29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Подтверждение ролей и изоляция организаций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D02053-7C3D-4F1C-AFA0-3E99147D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04  Другой город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6B8685D-C74B-42B4-BB7F-CB5B385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86425"/>
            <a:ext cx="5848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Адресные данные и местные 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17794464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6D18D0E-9DD1-49D8-A3A7-05D2F74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Границы текущей версии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D0F902-BD1C-4114-B203-9C70239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B3F804-F57C-48C4-A7B7-9281E25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До сдачи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880F8E-C435-4170-BF47-2FFAACC1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85925"/>
            <a:ext cx="676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Подключить бота и HTTPS-сервер.</a:t>
            </a:r>
          </a:p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Пройти сценарий в MAX на телефоне и в вебе.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F87200A-60DA-4F34-8D44-98CE62A7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До пилота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C362063-3DEF-4E5F-B767-78E53E5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48025"/>
            <a:ext cx="676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Подтвердить роль УК и право на квартиру.</a:t>
            </a:r>
          </a:p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Согласовать обработку пользовательских данных.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A52B6DA-4E27-4DE7-9B44-F07F746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До расширения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B7B5F6C-741B-4D37-A9C3-A539D0F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0125"/>
            <a:ext cx="676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Добавить уведомления, историю статусов</a:t>
            </a:r>
          </a:p>
          <a:p xmlns:a="http://schemas.openxmlformats.org/drawingml/2006/main">
            <a:pPr>
              <a:def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и защиту от повторной доставки событий.</a:t>
            </a:r>
          </a:p>
        </p:txBody>
      </p:sp>
    </p:spTree>
    <p:extLst>
      <p:ext uri="{BB962C8B-B14F-4D97-AF65-F5344CB8AC3E}">
        <p14:creationId xmlns:p14="http://schemas.microsoft.com/office/powerpoint/2010/main" val="1900549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3428181-8C71-48FE-BB81-9665547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3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Источники и демонстрация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85BFF9-5457-420C-8E24-D0EB5410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1295B4-DDC1-4DD9-8BD4-00F3106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Кейс «Умный город»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02B690-FB9C-47BF-ABBB-1E3B682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Требования к сдаче и оценке: страницы 6–13</a:t>
            </a:r>
          </a:p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Данные, масштабирование и пилот: страницы 18–20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F549680-4ED6-491A-B7DE-C0A64581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Код и контракты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B4621E4-FE69-4E86-912A-FF3DEB51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github.com/m0dris/hackathon</a:t>
            </a:r>
          </a:p>
          <a:p xmlns:a="http://schemas.openxmlformats.org/drawingml/2006/main">
            <a:pPr>
              <a:def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01B"/>
                </a:solidFill>
                <a:latin typeface="DejaVu Sans"/>
                <a:ea typeface="DejaVu Sans"/>
                <a:cs typeface="DejaVu Sans"/>
              </a:rPr>
              <a:t>Protobuf-контракт, OpenAPI и конфигурация Docker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DD50926-26F4-449C-BDB6-7B93369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45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45A"/>
                </a:solidFill>
                <a:latin typeface="DejaVu Sans"/>
                <a:ea typeface="DejaVu Sans"/>
                <a:cs typeface="DejaVu Sans"/>
              </a:rPr>
              <a:t>Проверка: docs/demo.md. План пилота: docs/pilot.md</a:t>
            </a:r>
          </a:p>
        </p:txBody>
      </p:sp>
    </p:spTree>
    <p:extLst>
      <p:ext uri="{BB962C8B-B14F-4D97-AF65-F5344CB8AC3E}">
        <p14:creationId xmlns:p14="http://schemas.microsoft.com/office/powerpoint/2010/main" val="1847335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2026-09-29T21:47:12.2530000Z</dcterms:created>
  <dcterms:modified xsi:type="dcterms:W3CDTF">2026-09-29T21:47:12.2530000Z</dcterms:modified>
</coreProperties>
</file>